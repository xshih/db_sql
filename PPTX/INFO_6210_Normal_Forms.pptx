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0DC95-9DEC-440D-BB1F-C97B41D82B62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4A19-BF6F-4673-9387-A13B23E95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5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7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1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2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9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3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5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1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2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06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3C806-AF09-49FA-A892-21DF5336D02E}" type="datetimeFigureOut">
              <a:rPr lang="en-US" smtClean="0"/>
              <a:t>1/6/19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F1FE-0A32-4AEC-82DC-93A43DDA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8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ik@ccs.ne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10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D0000"/>
                </a:solidFill>
              </a:rPr>
              <a:t>INFO 6210 </a:t>
            </a:r>
            <a:br>
              <a:rPr lang="en-US" dirty="0">
                <a:solidFill>
                  <a:srgbClr val="CD0000"/>
                </a:solidFill>
              </a:rPr>
            </a:br>
            <a:r>
              <a:rPr lang="en-US" dirty="0">
                <a:solidFill>
                  <a:srgbClr val="CD0000"/>
                </a:solidFill>
              </a:rPr>
              <a:t>Data Management and Database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01544"/>
            <a:ext cx="9144000" cy="2665758"/>
          </a:xfrm>
        </p:spPr>
        <p:txBody>
          <a:bodyPr>
            <a:noAutofit/>
          </a:bodyPr>
          <a:lstStyle/>
          <a:p>
            <a:r>
              <a:rPr lang="en-US" sz="3200" dirty="0">
                <a:ea typeface="ＭＳ Ｐゴシック" panose="020B0600070205080204" pitchFamily="34" charset="-128"/>
              </a:rPr>
              <a:t>Nik Bear Brown</a:t>
            </a:r>
          </a:p>
          <a:p>
            <a:r>
              <a:rPr lang="en-US" sz="3200" dirty="0">
                <a:hlinkClick r:id="rId2"/>
              </a:rPr>
              <a:t>nik@ccs.neu.edu</a:t>
            </a:r>
            <a:endParaRPr lang="en-US" sz="3200" dirty="0">
              <a:ea typeface="ＭＳ Ｐゴシック" panose="020B0600070205080204" pitchFamily="34" charset="-128"/>
            </a:endParaRPr>
          </a:p>
          <a:p>
            <a:r>
              <a:rPr lang="en-US" sz="3200" dirty="0"/>
              <a:t>Normal Forms</a:t>
            </a:r>
            <a:endParaRPr lang="en-US" sz="32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819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83" y="2306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D0000"/>
                </a:solidFill>
              </a:rPr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435" y="143155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3000" dirty="0">
                <a:latin typeface="+mj-lt"/>
              </a:rPr>
              <a:t>Entity Relationship Model (ERM)</a:t>
            </a:r>
          </a:p>
          <a:p>
            <a:r>
              <a:rPr lang="en-US" altLang="en-US" sz="3000" dirty="0">
                <a:latin typeface="+mj-lt"/>
              </a:rPr>
              <a:t>Entity Sets</a:t>
            </a:r>
          </a:p>
          <a:p>
            <a:r>
              <a:rPr lang="en-US" altLang="en-US" sz="3000" dirty="0">
                <a:latin typeface="+mj-lt"/>
              </a:rPr>
              <a:t>Relationship Sets</a:t>
            </a:r>
          </a:p>
          <a:p>
            <a:r>
              <a:rPr lang="en-US" altLang="en-US" sz="3000" dirty="0">
                <a:latin typeface="+mj-lt"/>
              </a:rPr>
              <a:t>Design Issues </a:t>
            </a:r>
          </a:p>
          <a:p>
            <a:r>
              <a:rPr lang="en-US" altLang="en-US" sz="3000" dirty="0">
                <a:latin typeface="+mj-lt"/>
              </a:rPr>
              <a:t>Mapping Constraints </a:t>
            </a:r>
          </a:p>
          <a:p>
            <a:r>
              <a:rPr lang="en-US" altLang="en-US" sz="3000" dirty="0">
                <a:latin typeface="+mj-lt"/>
              </a:rPr>
              <a:t>Keys</a:t>
            </a:r>
          </a:p>
          <a:p>
            <a:r>
              <a:rPr lang="en-US" altLang="en-US" sz="3000" dirty="0">
                <a:latin typeface="+mj-lt"/>
              </a:rPr>
              <a:t>E-R Diagram</a:t>
            </a:r>
          </a:p>
          <a:p>
            <a:r>
              <a:rPr lang="en-US" altLang="en-US" sz="3000" dirty="0">
                <a:latin typeface="+mj-lt"/>
              </a:rPr>
              <a:t>Extended E-R Features</a:t>
            </a:r>
          </a:p>
          <a:p>
            <a:r>
              <a:rPr lang="en-US" altLang="en-US" sz="3000" dirty="0">
                <a:latin typeface="+mj-lt"/>
              </a:rPr>
              <a:t>Design of an E-R Database Schema</a:t>
            </a:r>
          </a:p>
          <a:p>
            <a:r>
              <a:rPr lang="en-US" altLang="en-US" sz="3000" dirty="0">
                <a:latin typeface="+mj-lt"/>
              </a:rPr>
              <a:t>Reduction of an E-R Schema to Tables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464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48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Office Theme</vt:lpstr>
      <vt:lpstr>INFO 6210  Data Management and Database Design</vt:lpstr>
      <vt:lpstr>Topics</vt:lpstr>
    </vt:vector>
  </TitlesOfParts>
  <Company>CCIS - Northeastern University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 Brown</dc:creator>
  <cp:lastModifiedBy>Microsoft Office User</cp:lastModifiedBy>
  <cp:revision>154</cp:revision>
  <dcterms:created xsi:type="dcterms:W3CDTF">2013-09-03T20:38:17Z</dcterms:created>
  <dcterms:modified xsi:type="dcterms:W3CDTF">2019-01-06T21:32:55Z</dcterms:modified>
</cp:coreProperties>
</file>